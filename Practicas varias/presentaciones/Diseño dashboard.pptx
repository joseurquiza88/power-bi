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38A"/>
    <a:srgbClr val="FFD93D"/>
    <a:srgbClr val="FFFFCF"/>
    <a:srgbClr val="E2AC00"/>
    <a:srgbClr val="FFF2BD"/>
    <a:srgbClr val="FFFDF5"/>
    <a:srgbClr val="FFD85D"/>
    <a:srgbClr val="FFF6C1"/>
    <a:srgbClr val="FFE45D"/>
    <a:srgbClr val="FFFC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25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8F4C-153C-4372-A3ED-1BF78E9CA49C}" type="datetimeFigureOut">
              <a:rPr lang="es-AR" smtClean="0"/>
              <a:t>1/9/2026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7EFCD-A485-4AA1-9E63-27DFBABBF7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68067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8F4C-153C-4372-A3ED-1BF78E9CA49C}" type="datetimeFigureOut">
              <a:rPr lang="es-AR" smtClean="0"/>
              <a:t>1/9/2026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7EFCD-A485-4AA1-9E63-27DFBABBF7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26082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8F4C-153C-4372-A3ED-1BF78E9CA49C}" type="datetimeFigureOut">
              <a:rPr lang="es-AR" smtClean="0"/>
              <a:t>1/9/2026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7EFCD-A485-4AA1-9E63-27DFBABBF7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4599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8F4C-153C-4372-A3ED-1BF78E9CA49C}" type="datetimeFigureOut">
              <a:rPr lang="es-AR" smtClean="0"/>
              <a:t>1/9/2026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7EFCD-A485-4AA1-9E63-27DFBABBF7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6113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8F4C-153C-4372-A3ED-1BF78E9CA49C}" type="datetimeFigureOut">
              <a:rPr lang="es-AR" smtClean="0"/>
              <a:t>1/9/2026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7EFCD-A485-4AA1-9E63-27DFBABBF7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83030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8F4C-153C-4372-A3ED-1BF78E9CA49C}" type="datetimeFigureOut">
              <a:rPr lang="es-AR" smtClean="0"/>
              <a:t>1/9/2026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7EFCD-A485-4AA1-9E63-27DFBABBF7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77069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8F4C-153C-4372-A3ED-1BF78E9CA49C}" type="datetimeFigureOut">
              <a:rPr lang="es-AR" smtClean="0"/>
              <a:t>1/9/2026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7EFCD-A485-4AA1-9E63-27DFBABBF7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35964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8F4C-153C-4372-A3ED-1BF78E9CA49C}" type="datetimeFigureOut">
              <a:rPr lang="es-AR" smtClean="0"/>
              <a:t>1/9/2026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7EFCD-A485-4AA1-9E63-27DFBABBF7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81393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8F4C-153C-4372-A3ED-1BF78E9CA49C}" type="datetimeFigureOut">
              <a:rPr lang="es-AR" smtClean="0"/>
              <a:t>1/9/2026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7EFCD-A485-4AA1-9E63-27DFBABBF7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39461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8F4C-153C-4372-A3ED-1BF78E9CA49C}" type="datetimeFigureOut">
              <a:rPr lang="es-AR" smtClean="0"/>
              <a:t>1/9/2026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7EFCD-A485-4AA1-9E63-27DFBABBF7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23015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F8F4C-153C-4372-A3ED-1BF78E9CA49C}" type="datetimeFigureOut">
              <a:rPr lang="es-AR" smtClean="0"/>
              <a:t>1/9/2026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7EFCD-A485-4AA1-9E63-27DFBABBF7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68683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F8F4C-153C-4372-A3ED-1BF78E9CA49C}" type="datetimeFigureOut">
              <a:rPr lang="es-AR" smtClean="0"/>
              <a:t>1/9/2026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7EFCD-A485-4AA1-9E63-27DFBABBF78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6322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redondeado 4"/>
          <p:cNvSpPr/>
          <p:nvPr/>
        </p:nvSpPr>
        <p:spPr>
          <a:xfrm>
            <a:off x="1276350" y="200024"/>
            <a:ext cx="10764328" cy="6448426"/>
          </a:xfrm>
          <a:prstGeom prst="roundRect">
            <a:avLst>
              <a:gd name="adj" fmla="val 2722"/>
            </a:avLst>
          </a:prstGeom>
          <a:solidFill>
            <a:srgbClr val="F4EEFC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Rectángulo redondeado 3"/>
          <p:cNvSpPr/>
          <p:nvPr/>
        </p:nvSpPr>
        <p:spPr>
          <a:xfrm>
            <a:off x="129395" y="85725"/>
            <a:ext cx="2085678" cy="6677025"/>
          </a:xfrm>
          <a:prstGeom prst="roundRect">
            <a:avLst/>
          </a:prstGeom>
          <a:gradFill>
            <a:gsLst>
              <a:gs pos="0">
                <a:srgbClr val="DDCBF5"/>
              </a:gs>
              <a:gs pos="35000">
                <a:srgbClr val="C7AEF8"/>
              </a:gs>
            </a:gsLst>
            <a:lin ang="5400000" scaled="1"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Rectángulo redondeado 13"/>
          <p:cNvSpPr/>
          <p:nvPr/>
        </p:nvSpPr>
        <p:spPr>
          <a:xfrm>
            <a:off x="2409825" y="927879"/>
            <a:ext cx="2368539" cy="853296"/>
          </a:xfrm>
          <a:prstGeom prst="roundRect">
            <a:avLst/>
          </a:prstGeom>
          <a:gradFill flip="none" rotWithShape="1">
            <a:gsLst>
              <a:gs pos="0">
                <a:srgbClr val="BEA6DE"/>
              </a:gs>
              <a:gs pos="100000">
                <a:srgbClr val="DECEFE"/>
              </a:gs>
            </a:gsLst>
            <a:lin ang="0" scaled="0"/>
            <a:tileRect/>
          </a:gra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25400" stA="90000" endPos="20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Rectángulo redondeado 14"/>
          <p:cNvSpPr/>
          <p:nvPr/>
        </p:nvSpPr>
        <p:spPr>
          <a:xfrm>
            <a:off x="4895218" y="920331"/>
            <a:ext cx="2122839" cy="853296"/>
          </a:xfrm>
          <a:prstGeom prst="roundRect">
            <a:avLst/>
          </a:prstGeom>
          <a:gradFill flip="none" rotWithShape="1">
            <a:gsLst>
              <a:gs pos="0">
                <a:srgbClr val="BEA6DE"/>
              </a:gs>
              <a:gs pos="100000">
                <a:srgbClr val="DECEFE"/>
              </a:gs>
            </a:gsLst>
            <a:lin ang="0" scaled="0"/>
            <a:tileRect/>
          </a:gra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25400" stA="90000" endPos="20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Rectángulo redondeado 15"/>
          <p:cNvSpPr/>
          <p:nvPr/>
        </p:nvSpPr>
        <p:spPr>
          <a:xfrm>
            <a:off x="7134911" y="907213"/>
            <a:ext cx="2368539" cy="853296"/>
          </a:xfrm>
          <a:prstGeom prst="roundRect">
            <a:avLst/>
          </a:prstGeom>
          <a:gradFill flip="none" rotWithShape="1">
            <a:gsLst>
              <a:gs pos="0">
                <a:srgbClr val="BEA6DE"/>
              </a:gs>
              <a:gs pos="100000">
                <a:srgbClr val="DECEFE"/>
              </a:gs>
            </a:gsLst>
            <a:lin ang="0" scaled="0"/>
            <a:tileRect/>
          </a:gra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25400" stA="90000" endPos="20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ectángulo redondeado 16"/>
          <p:cNvSpPr/>
          <p:nvPr/>
        </p:nvSpPr>
        <p:spPr>
          <a:xfrm>
            <a:off x="9620303" y="920331"/>
            <a:ext cx="2122839" cy="853296"/>
          </a:xfrm>
          <a:prstGeom prst="roundRect">
            <a:avLst/>
          </a:prstGeom>
          <a:gradFill flip="none" rotWithShape="1">
            <a:gsLst>
              <a:gs pos="0">
                <a:srgbClr val="BEA6DE"/>
              </a:gs>
              <a:gs pos="100000">
                <a:srgbClr val="DECEFE"/>
              </a:gs>
            </a:gsLst>
            <a:lin ang="0" scaled="0"/>
            <a:tileRect/>
          </a:gra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25400" stA="90000" endPos="20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Rectángulo redondeado 17"/>
          <p:cNvSpPr/>
          <p:nvPr/>
        </p:nvSpPr>
        <p:spPr>
          <a:xfrm>
            <a:off x="9086850" y="253177"/>
            <a:ext cx="2656292" cy="539736"/>
          </a:xfrm>
          <a:prstGeom prst="roundRect">
            <a:avLst/>
          </a:prstGeom>
          <a:solidFill>
            <a:srgbClr val="C7AEF8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Rectángulo redondeado 18"/>
          <p:cNvSpPr/>
          <p:nvPr/>
        </p:nvSpPr>
        <p:spPr>
          <a:xfrm>
            <a:off x="2409825" y="1972842"/>
            <a:ext cx="9333317" cy="4561308"/>
          </a:xfrm>
          <a:prstGeom prst="roundRect">
            <a:avLst>
              <a:gd name="adj" fmla="val 3592"/>
            </a:avLst>
          </a:prstGeom>
          <a:solidFill>
            <a:srgbClr val="DBC7F5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Rectángulo redondeado 20"/>
          <p:cNvSpPr/>
          <p:nvPr/>
        </p:nvSpPr>
        <p:spPr>
          <a:xfrm>
            <a:off x="2476500" y="253177"/>
            <a:ext cx="6467475" cy="560402"/>
          </a:xfrm>
          <a:prstGeom prst="roundRect">
            <a:avLst>
              <a:gd name="adj" fmla="val 8169"/>
            </a:avLst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Rectángulo redondeado 21"/>
          <p:cNvSpPr/>
          <p:nvPr/>
        </p:nvSpPr>
        <p:spPr>
          <a:xfrm>
            <a:off x="211609" y="929857"/>
            <a:ext cx="1921250" cy="851318"/>
          </a:xfrm>
          <a:prstGeom prst="roundRect">
            <a:avLst>
              <a:gd name="adj" fmla="val 8169"/>
            </a:avLst>
          </a:prstGeom>
          <a:noFill/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7037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redondeado 4"/>
          <p:cNvSpPr/>
          <p:nvPr/>
        </p:nvSpPr>
        <p:spPr>
          <a:xfrm>
            <a:off x="1276350" y="200024"/>
            <a:ext cx="10764328" cy="6448426"/>
          </a:xfrm>
          <a:prstGeom prst="roundRect">
            <a:avLst>
              <a:gd name="adj" fmla="val 2722"/>
            </a:avLst>
          </a:prstGeom>
          <a:solidFill>
            <a:srgbClr val="F2EBFB"/>
          </a:solidFill>
          <a:ln w="571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Rectángulo redondeado 3"/>
          <p:cNvSpPr/>
          <p:nvPr/>
        </p:nvSpPr>
        <p:spPr>
          <a:xfrm>
            <a:off x="129395" y="85725"/>
            <a:ext cx="2085678" cy="6677025"/>
          </a:xfrm>
          <a:prstGeom prst="roundRect">
            <a:avLst/>
          </a:prstGeom>
          <a:gradFill flip="none" rotWithShape="1">
            <a:gsLst>
              <a:gs pos="96753">
                <a:srgbClr val="9E5ECE"/>
              </a:gs>
              <a:gs pos="0">
                <a:srgbClr val="F2EBFB"/>
              </a:gs>
              <a:gs pos="35000">
                <a:srgbClr val="DACAFA"/>
              </a:gs>
            </a:gsLst>
            <a:lin ang="162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Rectángulo redondeado 13"/>
          <p:cNvSpPr/>
          <p:nvPr/>
        </p:nvSpPr>
        <p:spPr>
          <a:xfrm>
            <a:off x="2409825" y="1013604"/>
            <a:ext cx="2368539" cy="853296"/>
          </a:xfrm>
          <a:prstGeom prst="roundRect">
            <a:avLst/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Rectángulo redondeado 14"/>
          <p:cNvSpPr/>
          <p:nvPr/>
        </p:nvSpPr>
        <p:spPr>
          <a:xfrm>
            <a:off x="4895218" y="1006056"/>
            <a:ext cx="2122839" cy="853296"/>
          </a:xfrm>
          <a:prstGeom prst="roundRect">
            <a:avLst/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Rectángulo redondeado 15"/>
          <p:cNvSpPr/>
          <p:nvPr/>
        </p:nvSpPr>
        <p:spPr>
          <a:xfrm>
            <a:off x="7134911" y="992938"/>
            <a:ext cx="2368539" cy="853296"/>
          </a:xfrm>
          <a:prstGeom prst="roundRect">
            <a:avLst/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ectángulo redondeado 16"/>
          <p:cNvSpPr/>
          <p:nvPr/>
        </p:nvSpPr>
        <p:spPr>
          <a:xfrm>
            <a:off x="9620303" y="1006056"/>
            <a:ext cx="2122839" cy="853296"/>
          </a:xfrm>
          <a:prstGeom prst="roundRect">
            <a:avLst/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8" name="Rectángulo redondeado 17"/>
          <p:cNvSpPr/>
          <p:nvPr/>
        </p:nvSpPr>
        <p:spPr>
          <a:xfrm>
            <a:off x="9086850" y="300802"/>
            <a:ext cx="2656292" cy="539736"/>
          </a:xfrm>
          <a:prstGeom prst="roundRect">
            <a:avLst/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Rectángulo redondeado 20"/>
          <p:cNvSpPr/>
          <p:nvPr/>
        </p:nvSpPr>
        <p:spPr>
          <a:xfrm>
            <a:off x="2476500" y="291277"/>
            <a:ext cx="6467475" cy="560401"/>
          </a:xfrm>
          <a:prstGeom prst="roundRect">
            <a:avLst>
              <a:gd name="adj" fmla="val 8169"/>
            </a:avLst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Elipse 1"/>
          <p:cNvSpPr/>
          <p:nvPr/>
        </p:nvSpPr>
        <p:spPr>
          <a:xfrm>
            <a:off x="238641" y="200024"/>
            <a:ext cx="1854083" cy="1777583"/>
          </a:xfrm>
          <a:prstGeom prst="ellipse">
            <a:avLst/>
          </a:prstGeom>
          <a:solidFill>
            <a:schemeClr val="bg1">
              <a:alpha val="53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Rectángulo redondeado 18"/>
          <p:cNvSpPr/>
          <p:nvPr/>
        </p:nvSpPr>
        <p:spPr>
          <a:xfrm>
            <a:off x="2409825" y="1990724"/>
            <a:ext cx="9333317" cy="4419601"/>
          </a:xfrm>
          <a:prstGeom prst="roundRect">
            <a:avLst>
              <a:gd name="adj" fmla="val 3592"/>
            </a:avLst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Rectángulo redondeado 12"/>
          <p:cNvSpPr/>
          <p:nvPr/>
        </p:nvSpPr>
        <p:spPr>
          <a:xfrm>
            <a:off x="219076" y="2501482"/>
            <a:ext cx="1893214" cy="853296"/>
          </a:xfrm>
          <a:prstGeom prst="roundRect">
            <a:avLst/>
          </a:prstGeom>
          <a:solidFill>
            <a:srgbClr val="DACAFA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Rectángulo redondeado 19"/>
          <p:cNvSpPr/>
          <p:nvPr/>
        </p:nvSpPr>
        <p:spPr>
          <a:xfrm>
            <a:off x="219076" y="3966716"/>
            <a:ext cx="1893214" cy="853296"/>
          </a:xfrm>
          <a:prstGeom prst="roundRect">
            <a:avLst/>
          </a:prstGeom>
          <a:solidFill>
            <a:srgbClr val="DACAFA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4020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redondeado 4"/>
          <p:cNvSpPr/>
          <p:nvPr/>
        </p:nvSpPr>
        <p:spPr>
          <a:xfrm>
            <a:off x="1276350" y="200024"/>
            <a:ext cx="10764328" cy="6448426"/>
          </a:xfrm>
          <a:prstGeom prst="roundRect">
            <a:avLst>
              <a:gd name="adj" fmla="val 2722"/>
            </a:avLst>
          </a:prstGeom>
          <a:solidFill>
            <a:srgbClr val="F2EBFB"/>
          </a:solidFill>
          <a:ln w="571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Rectángulo redondeado 3"/>
          <p:cNvSpPr/>
          <p:nvPr/>
        </p:nvSpPr>
        <p:spPr>
          <a:xfrm>
            <a:off x="107005" y="19050"/>
            <a:ext cx="2085678" cy="6677025"/>
          </a:xfrm>
          <a:prstGeom prst="roundRect">
            <a:avLst/>
          </a:prstGeom>
          <a:gradFill flip="none" rotWithShape="1">
            <a:gsLst>
              <a:gs pos="96753">
                <a:srgbClr val="9C5ACE"/>
              </a:gs>
              <a:gs pos="57761">
                <a:srgbClr val="B07BDB"/>
              </a:gs>
              <a:gs pos="31000">
                <a:srgbClr val="D0B4EE"/>
              </a:gs>
              <a:gs pos="0">
                <a:srgbClr val="DCCDFB"/>
              </a:gs>
            </a:gsLst>
            <a:lin ang="162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Rectángulo redondeado 13"/>
          <p:cNvSpPr/>
          <p:nvPr/>
        </p:nvSpPr>
        <p:spPr>
          <a:xfrm>
            <a:off x="2409825" y="1013604"/>
            <a:ext cx="2368539" cy="853296"/>
          </a:xfrm>
          <a:prstGeom prst="roundRect">
            <a:avLst/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Rectángulo redondeado 14"/>
          <p:cNvSpPr/>
          <p:nvPr/>
        </p:nvSpPr>
        <p:spPr>
          <a:xfrm>
            <a:off x="4895218" y="1006056"/>
            <a:ext cx="2122839" cy="853296"/>
          </a:xfrm>
          <a:prstGeom prst="roundRect">
            <a:avLst/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Rectángulo redondeado 15"/>
          <p:cNvSpPr/>
          <p:nvPr/>
        </p:nvSpPr>
        <p:spPr>
          <a:xfrm>
            <a:off x="7134911" y="992938"/>
            <a:ext cx="2368539" cy="853296"/>
          </a:xfrm>
          <a:prstGeom prst="roundRect">
            <a:avLst/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ectángulo redondeado 16"/>
          <p:cNvSpPr/>
          <p:nvPr/>
        </p:nvSpPr>
        <p:spPr>
          <a:xfrm>
            <a:off x="9620303" y="1006056"/>
            <a:ext cx="2122839" cy="853296"/>
          </a:xfrm>
          <a:prstGeom prst="roundRect">
            <a:avLst/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Rectángulo redondeado 20"/>
          <p:cNvSpPr/>
          <p:nvPr/>
        </p:nvSpPr>
        <p:spPr>
          <a:xfrm>
            <a:off x="2476500" y="291277"/>
            <a:ext cx="9363075" cy="560401"/>
          </a:xfrm>
          <a:prstGeom prst="roundRect">
            <a:avLst>
              <a:gd name="adj" fmla="val 8169"/>
            </a:avLst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Elipse 1"/>
          <p:cNvSpPr/>
          <p:nvPr/>
        </p:nvSpPr>
        <p:spPr>
          <a:xfrm>
            <a:off x="238641" y="200024"/>
            <a:ext cx="1854083" cy="1777583"/>
          </a:xfrm>
          <a:prstGeom prst="ellipse">
            <a:avLst/>
          </a:prstGeom>
          <a:solidFill>
            <a:schemeClr val="bg1">
              <a:alpha val="53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Rectángulo redondeado 18"/>
          <p:cNvSpPr/>
          <p:nvPr/>
        </p:nvSpPr>
        <p:spPr>
          <a:xfrm>
            <a:off x="2409825" y="1990724"/>
            <a:ext cx="9333317" cy="4419601"/>
          </a:xfrm>
          <a:prstGeom prst="roundRect">
            <a:avLst>
              <a:gd name="adj" fmla="val 3592"/>
            </a:avLst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8" name="Grupo 7"/>
          <p:cNvGrpSpPr/>
          <p:nvPr/>
        </p:nvGrpSpPr>
        <p:grpSpPr>
          <a:xfrm>
            <a:off x="219075" y="2156432"/>
            <a:ext cx="1893215" cy="1074521"/>
            <a:chOff x="219075" y="2280257"/>
            <a:chExt cx="1893215" cy="1074521"/>
          </a:xfrm>
        </p:grpSpPr>
        <p:sp>
          <p:nvSpPr>
            <p:cNvPr id="13" name="Rectángulo redondeado 12"/>
            <p:cNvSpPr/>
            <p:nvPr/>
          </p:nvSpPr>
          <p:spPr>
            <a:xfrm>
              <a:off x="219076" y="2501482"/>
              <a:ext cx="1893214" cy="853296"/>
            </a:xfrm>
            <a:prstGeom prst="roundRect">
              <a:avLst/>
            </a:prstGeom>
            <a:solidFill>
              <a:srgbClr val="DACAFA"/>
            </a:solidFill>
            <a:ln w="28575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" name="Rectángulo redondeado 2"/>
            <p:cNvSpPr/>
            <p:nvPr/>
          </p:nvSpPr>
          <p:spPr>
            <a:xfrm>
              <a:off x="219075" y="2280257"/>
              <a:ext cx="1449777" cy="468787"/>
            </a:xfrm>
            <a:prstGeom prst="roundRect">
              <a:avLst/>
            </a:prstGeom>
            <a:solidFill>
              <a:srgbClr val="C59EE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1600" b="1" dirty="0" smtClean="0"/>
                <a:t>Vendedor/a</a:t>
              </a:r>
              <a:endParaRPr lang="es-AR" sz="1600" b="1" dirty="0"/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219075" y="3550762"/>
            <a:ext cx="1893215" cy="1088275"/>
            <a:chOff x="219075" y="3731737"/>
            <a:chExt cx="1893215" cy="1088275"/>
          </a:xfrm>
        </p:grpSpPr>
        <p:sp>
          <p:nvSpPr>
            <p:cNvPr id="20" name="Rectángulo redondeado 19"/>
            <p:cNvSpPr/>
            <p:nvPr/>
          </p:nvSpPr>
          <p:spPr>
            <a:xfrm>
              <a:off x="219076" y="3966716"/>
              <a:ext cx="1893214" cy="853296"/>
            </a:xfrm>
            <a:prstGeom prst="roundRect">
              <a:avLst/>
            </a:prstGeom>
            <a:solidFill>
              <a:srgbClr val="DACAFA"/>
            </a:solidFill>
            <a:ln w="28575"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 dirty="0"/>
            </a:p>
          </p:txBody>
        </p:sp>
        <p:sp>
          <p:nvSpPr>
            <p:cNvPr id="22" name="Rectángulo redondeado 21"/>
            <p:cNvSpPr/>
            <p:nvPr/>
          </p:nvSpPr>
          <p:spPr>
            <a:xfrm>
              <a:off x="219075" y="3731737"/>
              <a:ext cx="1449777" cy="468787"/>
            </a:xfrm>
            <a:prstGeom prst="roundRect">
              <a:avLst/>
            </a:prstGeom>
            <a:solidFill>
              <a:srgbClr val="C59EE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AR" sz="1600" b="1" dirty="0" smtClean="0"/>
                <a:t>Ciudad</a:t>
              </a:r>
              <a:endParaRPr lang="es-AR" sz="1600" b="1" dirty="0"/>
            </a:p>
          </p:txBody>
        </p:sp>
      </p:grpSp>
      <p:sp>
        <p:nvSpPr>
          <p:cNvPr id="23" name="Rectángulo redondeado 22"/>
          <p:cNvSpPr/>
          <p:nvPr/>
        </p:nvSpPr>
        <p:spPr>
          <a:xfrm>
            <a:off x="239160" y="5192295"/>
            <a:ext cx="1893214" cy="853296"/>
          </a:xfrm>
          <a:prstGeom prst="roundRect">
            <a:avLst/>
          </a:prstGeom>
          <a:solidFill>
            <a:srgbClr val="DACAFA"/>
          </a:solidFill>
          <a:ln w="28575"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dirty="0"/>
          </a:p>
        </p:txBody>
      </p:sp>
      <p:sp>
        <p:nvSpPr>
          <p:cNvPr id="24" name="Rectángulo redondeado 23"/>
          <p:cNvSpPr/>
          <p:nvPr/>
        </p:nvSpPr>
        <p:spPr>
          <a:xfrm>
            <a:off x="239159" y="4957316"/>
            <a:ext cx="1449777" cy="468787"/>
          </a:xfrm>
          <a:prstGeom prst="roundRect">
            <a:avLst/>
          </a:prstGeom>
          <a:solidFill>
            <a:srgbClr val="C59EE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s-AR" sz="1100" b="1" dirty="0" smtClean="0"/>
              <a:t>Más vendido</a:t>
            </a:r>
            <a:endParaRPr lang="es-AR" sz="1100" b="1" dirty="0"/>
          </a:p>
        </p:txBody>
      </p:sp>
      <p:grpSp>
        <p:nvGrpSpPr>
          <p:cNvPr id="12" name="Grupo 11"/>
          <p:cNvGrpSpPr/>
          <p:nvPr/>
        </p:nvGrpSpPr>
        <p:grpSpPr>
          <a:xfrm>
            <a:off x="605476" y="5188319"/>
            <a:ext cx="720122" cy="97090"/>
            <a:chOff x="605476" y="5188319"/>
            <a:chExt cx="720122" cy="97090"/>
          </a:xfrm>
        </p:grpSpPr>
        <p:sp>
          <p:nvSpPr>
            <p:cNvPr id="11" name="Estrella de 5 puntas 10"/>
            <p:cNvSpPr/>
            <p:nvPr/>
          </p:nvSpPr>
          <p:spPr>
            <a:xfrm>
              <a:off x="605476" y="5188319"/>
              <a:ext cx="108760" cy="97090"/>
            </a:xfrm>
            <a:prstGeom prst="star5">
              <a:avLst>
                <a:gd name="adj" fmla="val 24599"/>
                <a:gd name="hf" fmla="val 105146"/>
                <a:gd name="vf" fmla="val 11055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5" name="Estrella de 5 puntas 24"/>
            <p:cNvSpPr/>
            <p:nvPr/>
          </p:nvSpPr>
          <p:spPr>
            <a:xfrm>
              <a:off x="758056" y="5188319"/>
              <a:ext cx="108760" cy="97090"/>
            </a:xfrm>
            <a:prstGeom prst="star5">
              <a:avLst>
                <a:gd name="adj" fmla="val 24599"/>
                <a:gd name="hf" fmla="val 105146"/>
                <a:gd name="vf" fmla="val 11055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6" name="Estrella de 5 puntas 25"/>
            <p:cNvSpPr/>
            <p:nvPr/>
          </p:nvSpPr>
          <p:spPr>
            <a:xfrm>
              <a:off x="908716" y="5188319"/>
              <a:ext cx="108760" cy="97090"/>
            </a:xfrm>
            <a:prstGeom prst="star5">
              <a:avLst>
                <a:gd name="adj" fmla="val 24599"/>
                <a:gd name="hf" fmla="val 105146"/>
                <a:gd name="vf" fmla="val 11055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7" name="Estrella de 5 puntas 26"/>
            <p:cNvSpPr/>
            <p:nvPr/>
          </p:nvSpPr>
          <p:spPr>
            <a:xfrm>
              <a:off x="1063474" y="5188319"/>
              <a:ext cx="108760" cy="97090"/>
            </a:xfrm>
            <a:prstGeom prst="star5">
              <a:avLst>
                <a:gd name="adj" fmla="val 24599"/>
                <a:gd name="hf" fmla="val 105146"/>
                <a:gd name="vf" fmla="val 11055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8" name="Estrella de 5 puntas 27"/>
            <p:cNvSpPr/>
            <p:nvPr/>
          </p:nvSpPr>
          <p:spPr>
            <a:xfrm>
              <a:off x="1216838" y="5188319"/>
              <a:ext cx="108760" cy="97090"/>
            </a:xfrm>
            <a:prstGeom prst="star5">
              <a:avLst>
                <a:gd name="adj" fmla="val 24599"/>
                <a:gd name="hf" fmla="val 105146"/>
                <a:gd name="vf" fmla="val 110557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</p:spTree>
    <p:extLst>
      <p:ext uri="{BB962C8B-B14F-4D97-AF65-F5344CB8AC3E}">
        <p14:creationId xmlns:p14="http://schemas.microsoft.com/office/powerpoint/2010/main" val="3645404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redondeado 4"/>
          <p:cNvSpPr/>
          <p:nvPr/>
        </p:nvSpPr>
        <p:spPr>
          <a:xfrm>
            <a:off x="114300" y="95250"/>
            <a:ext cx="11926378" cy="6667500"/>
          </a:xfrm>
          <a:prstGeom prst="roundRect">
            <a:avLst>
              <a:gd name="adj" fmla="val 2722"/>
            </a:avLst>
          </a:prstGeom>
          <a:solidFill>
            <a:srgbClr val="F2EBFB"/>
          </a:solidFill>
          <a:ln w="5715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Rectángulo redondeado 13"/>
          <p:cNvSpPr/>
          <p:nvPr/>
        </p:nvSpPr>
        <p:spPr>
          <a:xfrm>
            <a:off x="2808862" y="1006056"/>
            <a:ext cx="2072291" cy="670344"/>
          </a:xfrm>
          <a:prstGeom prst="roundRect">
            <a:avLst/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Rectángulo redondeado 14"/>
          <p:cNvSpPr/>
          <p:nvPr/>
        </p:nvSpPr>
        <p:spPr>
          <a:xfrm>
            <a:off x="5189099" y="1006056"/>
            <a:ext cx="1857322" cy="670344"/>
          </a:xfrm>
          <a:prstGeom prst="roundRect">
            <a:avLst/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Rectángulo redondeado 15"/>
          <p:cNvSpPr/>
          <p:nvPr/>
        </p:nvSpPr>
        <p:spPr>
          <a:xfrm>
            <a:off x="7354367" y="992938"/>
            <a:ext cx="2072291" cy="670344"/>
          </a:xfrm>
          <a:prstGeom prst="roundRect">
            <a:avLst/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Rectángulo redondeado 16"/>
          <p:cNvSpPr/>
          <p:nvPr/>
        </p:nvSpPr>
        <p:spPr>
          <a:xfrm>
            <a:off x="9734604" y="1006056"/>
            <a:ext cx="1857322" cy="670344"/>
          </a:xfrm>
          <a:prstGeom prst="roundRect">
            <a:avLst/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Rectángulo redondeado 20"/>
          <p:cNvSpPr/>
          <p:nvPr/>
        </p:nvSpPr>
        <p:spPr>
          <a:xfrm>
            <a:off x="314325" y="291277"/>
            <a:ext cx="11428817" cy="560401"/>
          </a:xfrm>
          <a:prstGeom prst="roundRect">
            <a:avLst>
              <a:gd name="adj" fmla="val 8169"/>
            </a:avLst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Rectángulo redondeado 18"/>
          <p:cNvSpPr/>
          <p:nvPr/>
        </p:nvSpPr>
        <p:spPr>
          <a:xfrm>
            <a:off x="2590800" y="2011585"/>
            <a:ext cx="4025632" cy="2289231"/>
          </a:xfrm>
          <a:prstGeom prst="roundRect">
            <a:avLst>
              <a:gd name="adj" fmla="val 3592"/>
            </a:avLst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2" name="Rectángulo redondeado 21"/>
          <p:cNvSpPr/>
          <p:nvPr/>
        </p:nvSpPr>
        <p:spPr>
          <a:xfrm>
            <a:off x="314325" y="992938"/>
            <a:ext cx="2072291" cy="5479678"/>
          </a:xfrm>
          <a:prstGeom prst="roundRect">
            <a:avLst/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redondeado 22"/>
          <p:cNvSpPr/>
          <p:nvPr/>
        </p:nvSpPr>
        <p:spPr>
          <a:xfrm>
            <a:off x="6913968" y="1987495"/>
            <a:ext cx="4829174" cy="2313322"/>
          </a:xfrm>
          <a:prstGeom prst="roundRect">
            <a:avLst>
              <a:gd name="adj" fmla="val 3592"/>
            </a:avLst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Rectángulo redondeado 23"/>
          <p:cNvSpPr/>
          <p:nvPr/>
        </p:nvSpPr>
        <p:spPr>
          <a:xfrm>
            <a:off x="2590800" y="4448830"/>
            <a:ext cx="4025632" cy="2023786"/>
          </a:xfrm>
          <a:prstGeom prst="roundRect">
            <a:avLst>
              <a:gd name="adj" fmla="val 3592"/>
            </a:avLst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Rectángulo redondeado 24"/>
          <p:cNvSpPr/>
          <p:nvPr/>
        </p:nvSpPr>
        <p:spPr>
          <a:xfrm>
            <a:off x="6913968" y="4448830"/>
            <a:ext cx="4829174" cy="2104370"/>
          </a:xfrm>
          <a:prstGeom prst="roundRect">
            <a:avLst>
              <a:gd name="adj" fmla="val 3592"/>
            </a:avLst>
          </a:prstGeom>
          <a:solidFill>
            <a:srgbClr val="F5F0F6"/>
          </a:solidFill>
          <a:ln w="19050"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190500" stA="45000" endPos="65000" dist="50800" dir="5400000" sy="-100000" algn="bl" rotWithShape="0"/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22310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80076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sp>
        <p:nvSpPr>
          <p:cNvPr id="6" name="Rectángulo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Rectángulo redondeado 2"/>
          <p:cNvSpPr/>
          <p:nvPr/>
        </p:nvSpPr>
        <p:spPr>
          <a:xfrm>
            <a:off x="171450" y="123826"/>
            <a:ext cx="11849100" cy="6553200"/>
          </a:xfrm>
          <a:prstGeom prst="roundRect">
            <a:avLst>
              <a:gd name="adj" fmla="val 4381"/>
            </a:avLst>
          </a:prstGeom>
          <a:solidFill>
            <a:srgbClr val="FFFEF7">
              <a:alpha val="76078"/>
            </a:srgb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grpSp>
        <p:nvGrpSpPr>
          <p:cNvPr id="8" name="Grupo 7"/>
          <p:cNvGrpSpPr/>
          <p:nvPr/>
        </p:nvGrpSpPr>
        <p:grpSpPr>
          <a:xfrm>
            <a:off x="466724" y="1009649"/>
            <a:ext cx="2419351" cy="738000"/>
            <a:chOff x="466724" y="1009649"/>
            <a:chExt cx="2215225" cy="738000"/>
          </a:xfrm>
        </p:grpSpPr>
        <p:sp>
          <p:nvSpPr>
            <p:cNvPr id="4" name="Rectángulo redondeado 3"/>
            <p:cNvSpPr/>
            <p:nvPr/>
          </p:nvSpPr>
          <p:spPr>
            <a:xfrm>
              <a:off x="466725" y="1009650"/>
              <a:ext cx="2215224" cy="733425"/>
            </a:xfrm>
            <a:prstGeom prst="roundRect">
              <a:avLst>
                <a:gd name="adj" fmla="val 8875"/>
              </a:avLst>
            </a:prstGeom>
            <a:gradFill flip="none" rotWithShape="1">
              <a:gsLst>
                <a:gs pos="100000">
                  <a:srgbClr val="FFE45D"/>
                </a:gs>
                <a:gs pos="0">
                  <a:srgbClr val="FFF6C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Rectángulo redondeado 6"/>
            <p:cNvSpPr/>
            <p:nvPr/>
          </p:nvSpPr>
          <p:spPr>
            <a:xfrm>
              <a:off x="466724" y="1009649"/>
              <a:ext cx="36000" cy="738000"/>
            </a:xfrm>
            <a:prstGeom prst="roundRect">
              <a:avLst/>
            </a:prstGeom>
            <a:solidFill>
              <a:srgbClr val="FFE38A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36" name="Grupo 35"/>
          <p:cNvGrpSpPr/>
          <p:nvPr/>
        </p:nvGrpSpPr>
        <p:grpSpPr>
          <a:xfrm>
            <a:off x="3312556" y="1005075"/>
            <a:ext cx="2419351" cy="738000"/>
            <a:chOff x="466724" y="1009649"/>
            <a:chExt cx="2215225" cy="738000"/>
          </a:xfrm>
        </p:grpSpPr>
        <p:sp>
          <p:nvSpPr>
            <p:cNvPr id="37" name="Rectángulo redondeado 36"/>
            <p:cNvSpPr/>
            <p:nvPr/>
          </p:nvSpPr>
          <p:spPr>
            <a:xfrm>
              <a:off x="466725" y="1009650"/>
              <a:ext cx="2215224" cy="733425"/>
            </a:xfrm>
            <a:prstGeom prst="roundRect">
              <a:avLst>
                <a:gd name="adj" fmla="val 8875"/>
              </a:avLst>
            </a:prstGeom>
            <a:gradFill flip="none" rotWithShape="1">
              <a:gsLst>
                <a:gs pos="100000">
                  <a:srgbClr val="FFE45D"/>
                </a:gs>
                <a:gs pos="0">
                  <a:srgbClr val="FFF6C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38" name="Rectángulo redondeado 37"/>
            <p:cNvSpPr/>
            <p:nvPr/>
          </p:nvSpPr>
          <p:spPr>
            <a:xfrm>
              <a:off x="466724" y="1009649"/>
              <a:ext cx="36000" cy="738000"/>
            </a:xfrm>
            <a:prstGeom prst="roundRect">
              <a:avLst/>
            </a:prstGeom>
            <a:solidFill>
              <a:srgbClr val="FFE38A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39" name="Grupo 38"/>
          <p:cNvGrpSpPr/>
          <p:nvPr/>
        </p:nvGrpSpPr>
        <p:grpSpPr>
          <a:xfrm>
            <a:off x="6158388" y="1000501"/>
            <a:ext cx="2419351" cy="738000"/>
            <a:chOff x="466724" y="1009649"/>
            <a:chExt cx="2215225" cy="738000"/>
          </a:xfrm>
        </p:grpSpPr>
        <p:sp>
          <p:nvSpPr>
            <p:cNvPr id="40" name="Rectángulo redondeado 39"/>
            <p:cNvSpPr/>
            <p:nvPr/>
          </p:nvSpPr>
          <p:spPr>
            <a:xfrm>
              <a:off x="466725" y="1009650"/>
              <a:ext cx="2215224" cy="733425"/>
            </a:xfrm>
            <a:prstGeom prst="roundRect">
              <a:avLst>
                <a:gd name="adj" fmla="val 8875"/>
              </a:avLst>
            </a:prstGeom>
            <a:gradFill flip="none" rotWithShape="1">
              <a:gsLst>
                <a:gs pos="100000">
                  <a:srgbClr val="FFE45D"/>
                </a:gs>
                <a:gs pos="0">
                  <a:srgbClr val="FFF6C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1" name="Rectángulo redondeado 40"/>
            <p:cNvSpPr/>
            <p:nvPr/>
          </p:nvSpPr>
          <p:spPr>
            <a:xfrm>
              <a:off x="466724" y="1009649"/>
              <a:ext cx="36000" cy="738000"/>
            </a:xfrm>
            <a:prstGeom prst="roundRect">
              <a:avLst/>
            </a:prstGeom>
            <a:solidFill>
              <a:srgbClr val="FFE38A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grpSp>
        <p:nvGrpSpPr>
          <p:cNvPr id="42" name="Grupo 41"/>
          <p:cNvGrpSpPr/>
          <p:nvPr/>
        </p:nvGrpSpPr>
        <p:grpSpPr>
          <a:xfrm>
            <a:off x="9004219" y="995927"/>
            <a:ext cx="2419351" cy="738000"/>
            <a:chOff x="466724" y="1009649"/>
            <a:chExt cx="2215225" cy="738000"/>
          </a:xfrm>
        </p:grpSpPr>
        <p:sp>
          <p:nvSpPr>
            <p:cNvPr id="43" name="Rectángulo redondeado 42"/>
            <p:cNvSpPr/>
            <p:nvPr/>
          </p:nvSpPr>
          <p:spPr>
            <a:xfrm>
              <a:off x="466725" y="1009650"/>
              <a:ext cx="2215224" cy="733425"/>
            </a:xfrm>
            <a:prstGeom prst="roundRect">
              <a:avLst>
                <a:gd name="adj" fmla="val 8875"/>
              </a:avLst>
            </a:prstGeom>
            <a:gradFill flip="none" rotWithShape="1">
              <a:gsLst>
                <a:gs pos="100000">
                  <a:srgbClr val="FFE45D"/>
                </a:gs>
                <a:gs pos="0">
                  <a:srgbClr val="FFF6C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4" name="Rectángulo redondeado 43"/>
            <p:cNvSpPr/>
            <p:nvPr/>
          </p:nvSpPr>
          <p:spPr>
            <a:xfrm>
              <a:off x="466724" y="1009649"/>
              <a:ext cx="36000" cy="738000"/>
            </a:xfrm>
            <a:prstGeom prst="roundRect">
              <a:avLst/>
            </a:prstGeom>
            <a:solidFill>
              <a:srgbClr val="FFE38A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cxnSp>
        <p:nvCxnSpPr>
          <p:cNvPr id="10" name="Conector recto 9"/>
          <p:cNvCxnSpPr/>
          <p:nvPr/>
        </p:nvCxnSpPr>
        <p:spPr>
          <a:xfrm>
            <a:off x="486992" y="876301"/>
            <a:ext cx="10936578" cy="19049"/>
          </a:xfrm>
          <a:prstGeom prst="line">
            <a:avLst/>
          </a:prstGeom>
          <a:ln w="12700">
            <a:solidFill>
              <a:srgbClr val="FFD85D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Rectángulo 44"/>
          <p:cNvSpPr/>
          <p:nvPr/>
        </p:nvSpPr>
        <p:spPr>
          <a:xfrm>
            <a:off x="1362075" y="285749"/>
            <a:ext cx="10061495" cy="5048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2400" b="1" dirty="0" smtClean="0">
                <a:solidFill>
                  <a:srgbClr val="FFD93D"/>
                </a:solidFill>
              </a:rPr>
              <a:t>DASHBOARD DE EMPLEADOS</a:t>
            </a:r>
            <a:endParaRPr lang="es-AR" sz="2400" b="1" dirty="0">
              <a:solidFill>
                <a:srgbClr val="FFD93D"/>
              </a:solidFill>
            </a:endParaRPr>
          </a:p>
        </p:txBody>
      </p:sp>
      <p:pic>
        <p:nvPicPr>
          <p:cNvPr id="46" name="Imagen 45"/>
          <p:cNvPicPr>
            <a:picLocks noChangeAspect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7" y="206335"/>
            <a:ext cx="608053" cy="608053"/>
          </a:xfrm>
          <a:prstGeom prst="rect">
            <a:avLst/>
          </a:prstGeom>
        </p:spPr>
      </p:pic>
      <p:sp>
        <p:nvSpPr>
          <p:cNvPr id="47" name="Rectángulo redondeado 46"/>
          <p:cNvSpPr/>
          <p:nvPr/>
        </p:nvSpPr>
        <p:spPr>
          <a:xfrm>
            <a:off x="393700" y="1933576"/>
            <a:ext cx="2732400" cy="1954530"/>
          </a:xfrm>
          <a:prstGeom prst="roundRect">
            <a:avLst>
              <a:gd name="adj" fmla="val 88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4" name="Rectángulo redondeado 53"/>
          <p:cNvSpPr/>
          <p:nvPr/>
        </p:nvSpPr>
        <p:spPr>
          <a:xfrm>
            <a:off x="3258591" y="1933576"/>
            <a:ext cx="2728800" cy="1954530"/>
          </a:xfrm>
          <a:prstGeom prst="roundRect">
            <a:avLst>
              <a:gd name="adj" fmla="val 88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 smtClean="0"/>
              <a:t>}</a:t>
            </a:r>
            <a:endParaRPr lang="es-AR" dirty="0"/>
          </a:p>
        </p:txBody>
      </p:sp>
      <p:sp>
        <p:nvSpPr>
          <p:cNvPr id="55" name="Rectángulo redondeado 54"/>
          <p:cNvSpPr/>
          <p:nvPr/>
        </p:nvSpPr>
        <p:spPr>
          <a:xfrm>
            <a:off x="6119882" y="1933576"/>
            <a:ext cx="2732400" cy="1954530"/>
          </a:xfrm>
          <a:prstGeom prst="roundRect">
            <a:avLst>
              <a:gd name="adj" fmla="val 88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6" name="Rectángulo redondeado 55"/>
          <p:cNvSpPr/>
          <p:nvPr/>
        </p:nvSpPr>
        <p:spPr>
          <a:xfrm>
            <a:off x="8984774" y="1933576"/>
            <a:ext cx="2732400" cy="1954530"/>
          </a:xfrm>
          <a:prstGeom prst="roundRect">
            <a:avLst>
              <a:gd name="adj" fmla="val 88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7" name="Rectángulo redondeado 56"/>
          <p:cNvSpPr/>
          <p:nvPr/>
        </p:nvSpPr>
        <p:spPr>
          <a:xfrm>
            <a:off x="312418" y="3992880"/>
            <a:ext cx="5573368" cy="2546816"/>
          </a:xfrm>
          <a:prstGeom prst="roundRect">
            <a:avLst>
              <a:gd name="adj" fmla="val 88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8" name="Rectángulo redondeado 57"/>
          <p:cNvSpPr/>
          <p:nvPr/>
        </p:nvSpPr>
        <p:spPr>
          <a:xfrm>
            <a:off x="6138514" y="3992880"/>
            <a:ext cx="5609140" cy="2546816"/>
          </a:xfrm>
          <a:prstGeom prst="roundRect">
            <a:avLst>
              <a:gd name="adj" fmla="val 8875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61" name="Imagen 60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358690" y="1096182"/>
            <a:ext cx="438148" cy="438148"/>
          </a:xfrm>
          <a:prstGeom prst="rect">
            <a:avLst/>
          </a:prstGeom>
        </p:spPr>
      </p:pic>
      <p:pic>
        <p:nvPicPr>
          <p:cNvPr id="62" name="Imagen 6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3811" y="1095656"/>
            <a:ext cx="439200" cy="439200"/>
          </a:xfrm>
          <a:prstGeom prst="rect">
            <a:avLst/>
          </a:prstGeom>
        </p:spPr>
      </p:pic>
      <p:pic>
        <p:nvPicPr>
          <p:cNvPr id="63" name="Imagen 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4664" y="1095227"/>
            <a:ext cx="439200" cy="440058"/>
          </a:xfrm>
          <a:prstGeom prst="rect">
            <a:avLst/>
          </a:prstGeom>
        </p:spPr>
      </p:pic>
      <p:pic>
        <p:nvPicPr>
          <p:cNvPr id="65" name="Imagen 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11178" y="1095656"/>
            <a:ext cx="439200" cy="439200"/>
          </a:xfrm>
          <a:prstGeom prst="rect">
            <a:avLst/>
          </a:prstGeom>
        </p:spPr>
      </p:pic>
      <p:sp>
        <p:nvSpPr>
          <p:cNvPr id="66" name="Rectángulo redondeado 65"/>
          <p:cNvSpPr/>
          <p:nvPr/>
        </p:nvSpPr>
        <p:spPr>
          <a:xfrm>
            <a:off x="8717280" y="206335"/>
            <a:ext cx="2706290" cy="584241"/>
          </a:xfrm>
          <a:prstGeom prst="roundRect">
            <a:avLst/>
          </a:prstGeom>
          <a:solidFill>
            <a:srgbClr val="FFE3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780125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8</Words>
  <Application>Microsoft Office PowerPoint</Application>
  <PresentationFormat>Panorámica</PresentationFormat>
  <Paragraphs>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Josefina Urquiza</dc:creator>
  <cp:lastModifiedBy>Josefina Urquiza</cp:lastModifiedBy>
  <cp:revision>24</cp:revision>
  <dcterms:created xsi:type="dcterms:W3CDTF">2026-09-01T09:19:18Z</dcterms:created>
  <dcterms:modified xsi:type="dcterms:W3CDTF">2026-09-01T14:50:57Z</dcterms:modified>
</cp:coreProperties>
</file>